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110" y="13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20609C-75C8-4325-B8EB-6992BB346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5A3777-FF8C-42B0-B79A-19A8A2D3C8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23B446-F075-4D50-BE8B-F02777A4A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5CD3-AF6E-42E3-B1EC-BC791D4DAA99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F2CB36-6B6A-4A47-B317-24D99B8DF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539A4A-63B3-4DD1-8F14-F856035AE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6C5B-5C69-477B-A2D2-06EA48DCC9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1558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87F2D2-40E6-49B0-B64D-D452DAFF8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D63A0F-F43D-4F1E-AA47-06134C219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043DD0-88E7-4DD2-80AB-E70DC23DD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5CD3-AF6E-42E3-B1EC-BC791D4DAA99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92C279-AA8A-4CCC-A93B-E5A5C9B67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5638FC-EC6D-49B8-B3D1-52EA2287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6C5B-5C69-477B-A2D2-06EA48DCC9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268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8BFB77-CB4A-4C11-8EE5-A21C06535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7A5BA44-8ACC-4B09-A323-13D2073E5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CF3455-B345-4852-9E4A-80654096A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5CD3-AF6E-42E3-B1EC-BC791D4DAA99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3FF711-D98C-4FB9-B58C-A9558904E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CE32A7-FF86-4122-A574-45B939C35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6C5B-5C69-477B-A2D2-06EA48DCC9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4828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8BF9AE-2E17-4652-9B00-2A1E16AB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F82123-257A-4506-BDE9-754C845FCA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DECC50-8B9B-40FB-80DD-A31782528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D92E69-EB0D-4793-BFA9-6AA430467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5CD3-AF6E-42E3-B1EC-BC791D4DAA99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6F8121C-9670-4990-8C51-CA6247BDB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B91B8C8-2B10-410A-9723-17F87FB2E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6C5B-5C69-477B-A2D2-06EA48DCC9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5067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587051-DFDE-4F09-BA9D-57F76ECC5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1E5EEF-0774-4136-8AFA-EF5CF8F33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B9A767-2B16-44DE-BD3B-E4A56A8D9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A8C2A1A-7043-45C9-A67F-07B72B1424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7E1647F-EF48-4511-B8AE-607BC74DEC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A5FA91C-49A9-43F3-ACE1-2C3056800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5CD3-AF6E-42E3-B1EC-BC791D4DAA99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D4EB4D7-3F81-46EE-A37A-14B8114F1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512252B-0212-4468-B51F-CE766B13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6C5B-5C69-477B-A2D2-06EA48DCC9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8826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6B4A40-84DB-49BB-9257-B7FF58F21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9DFEE-FC4B-4CEC-A13A-B77604955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5CD3-AF6E-42E3-B1EC-BC791D4DAA99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CFF3F5-7A19-40D9-B890-BB7E5B113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113960-37A6-401E-A85F-E836B8A1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6C5B-5C69-477B-A2D2-06EA48DCC9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0941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0B7F153-7253-424C-B6E4-0D6DF44D1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5CD3-AF6E-42E3-B1EC-BC791D4DAA99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358F2E3-0C36-43D1-93DE-949F859B3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0A452E0-3D56-4EEC-8CCB-3A062C802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6C5B-5C69-477B-A2D2-06EA48DCC9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9858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F39507-08A3-4926-B597-9A4313270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E46050-9392-4171-91B3-115D98634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FAC4818-577A-4DE7-834D-493B11AFB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83F51CD-6601-4441-AB89-67D62409B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5CD3-AF6E-42E3-B1EC-BC791D4DAA99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4B816D7-1DB9-4D6A-B59A-88C57459A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55AD944-5B99-4327-BC2C-923695C7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6C5B-5C69-477B-A2D2-06EA48DCC9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9019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840A60-9512-409F-B4FA-106DEF37E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759C0BE-1B18-4EF4-9039-5EBD877797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91457B6-BE01-4E3D-9F6D-A064A6D634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A9C345B-C16C-4362-A8C1-8B16A6C87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5CD3-AF6E-42E3-B1EC-BC791D4DAA99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1C0F8E-B09E-4F93-977E-81E0E5E87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55BC92-A21B-4552-AB30-CB0FC2F71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6C5B-5C69-477B-A2D2-06EA48DCC9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0161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C6C97-3FE8-4F0D-81EA-40A71E9A0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7AEF741-124B-458E-AE9C-EF639F1F6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05E4B4-6A22-47F5-9D9B-62849A894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5CD3-AF6E-42E3-B1EC-BC791D4DAA99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98F55C-EB15-4D1C-9B49-7092BCFD8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B2FC4A-2E62-4AA2-B02B-77A66AD8B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6C5B-5C69-477B-A2D2-06EA48DCC9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369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CFB52EC-BF29-4CB3-8194-C0CFD798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9F08BCA-6E77-4571-82FB-9CA6C26CB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39544D-676A-4C69-8904-9B49AABC3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5CD3-AF6E-42E3-B1EC-BC791D4DAA99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97D844-88A0-4F03-AC2F-1C4262312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DAD106-3B2B-4A4E-8B40-8AF907042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6C5B-5C69-477B-A2D2-06EA48DCC9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9013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50877CD-50FB-425B-9031-A2C969D44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DF6DF69-8829-4EBE-B1B9-209FC67A7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3D0B46-35D7-4FE4-A8EB-5F6CCB218A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35CD3-AF6E-42E3-B1EC-BC791D4DAA99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1C00F3-505C-49BA-B2C4-EB9122EC7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DAD126-7628-4AEE-8529-5CD384F5B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96C5B-5C69-477B-A2D2-06EA48DCC9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1008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49E3258-5DDB-48FA-A4DB-86A847AEB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82" y="687572"/>
            <a:ext cx="4788468" cy="54828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0D8B173D-BBE7-4649-868B-2F8EB08E130F}"/>
              </a:ext>
            </a:extLst>
          </p:cNvPr>
          <p:cNvSpPr txBox="1"/>
          <p:nvPr/>
        </p:nvSpPr>
        <p:spPr>
          <a:xfrm>
            <a:off x="170121" y="155944"/>
            <a:ext cx="1942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Version 0.1.3</a:t>
            </a:r>
          </a:p>
        </p:txBody>
      </p:sp>
    </p:spTree>
    <p:extLst>
      <p:ext uri="{BB962C8B-B14F-4D97-AF65-F5344CB8AC3E}">
        <p14:creationId xmlns:p14="http://schemas.microsoft.com/office/powerpoint/2010/main" val="284661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fik 22">
            <a:extLst>
              <a:ext uri="{FF2B5EF4-FFF2-40B4-BE49-F238E27FC236}">
                <a16:creationId xmlns:a16="http://schemas.microsoft.com/office/drawing/2014/main" id="{3ECC44A2-B72B-467C-9394-7615B98960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4582"/>
          <a:stretch/>
        </p:blipFill>
        <p:spPr>
          <a:xfrm>
            <a:off x="5958605" y="6423358"/>
            <a:ext cx="4788468" cy="297047"/>
          </a:xfrm>
          <a:prstGeom prst="rect">
            <a:avLst/>
          </a:prstGeom>
          <a:ln>
            <a:noFill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49E3258-5DDB-48FA-A4DB-86A847AEBD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102"/>
          <a:stretch/>
        </p:blipFill>
        <p:spPr>
          <a:xfrm>
            <a:off x="260794" y="2047209"/>
            <a:ext cx="4788468" cy="4654848"/>
          </a:xfrm>
          <a:prstGeom prst="rect">
            <a:avLst/>
          </a:prstGeom>
          <a:ln>
            <a:noFill/>
          </a:ln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0D8B173D-BBE7-4649-868B-2F8EB08E130F}"/>
              </a:ext>
            </a:extLst>
          </p:cNvPr>
          <p:cNvSpPr txBox="1"/>
          <p:nvPr/>
        </p:nvSpPr>
        <p:spPr>
          <a:xfrm>
            <a:off x="170121" y="155944"/>
            <a:ext cx="1942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Version 0.2.1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FD65819-C9F7-43C7-A2AC-BBB760E31B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4898"/>
          <a:stretch/>
        </p:blipFill>
        <p:spPr>
          <a:xfrm>
            <a:off x="260794" y="839764"/>
            <a:ext cx="4788468" cy="828008"/>
          </a:xfrm>
          <a:prstGeom prst="rect">
            <a:avLst/>
          </a:prstGeom>
          <a:ln>
            <a:noFill/>
          </a:ln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F0847809-D38E-4AFD-AE43-B10293B5147C}"/>
              </a:ext>
            </a:extLst>
          </p:cNvPr>
          <p:cNvGrpSpPr/>
          <p:nvPr/>
        </p:nvGrpSpPr>
        <p:grpSpPr>
          <a:xfrm>
            <a:off x="260794" y="1667772"/>
            <a:ext cx="1588213" cy="369332"/>
            <a:chOff x="260794" y="1667772"/>
            <a:chExt cx="1588213" cy="369332"/>
          </a:xfrm>
        </p:grpSpPr>
        <p:sp>
          <p:nvSpPr>
            <p:cNvPr id="2" name="Rechteck: eine Ecke abgeschnitten 1">
              <a:extLst>
                <a:ext uri="{FF2B5EF4-FFF2-40B4-BE49-F238E27FC236}">
                  <a16:creationId xmlns:a16="http://schemas.microsoft.com/office/drawing/2014/main" id="{CB912727-4B53-4AFE-9524-ECA063EEC8B7}"/>
                </a:ext>
              </a:extLst>
            </p:cNvPr>
            <p:cNvSpPr/>
            <p:nvPr/>
          </p:nvSpPr>
          <p:spPr>
            <a:xfrm>
              <a:off x="260794" y="1667772"/>
              <a:ext cx="1166996" cy="369332"/>
            </a:xfrm>
            <a:prstGeom prst="snip1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 dirty="0">
                  <a:solidFill>
                    <a:schemeClr val="tx1"/>
                  </a:solidFill>
                </a:rPr>
                <a:t>Standort 1</a:t>
              </a:r>
            </a:p>
          </p:txBody>
        </p:sp>
        <p:sp>
          <p:nvSpPr>
            <p:cNvPr id="7" name="Rechteck: eine Ecke abgeschnitten 6">
              <a:extLst>
                <a:ext uri="{FF2B5EF4-FFF2-40B4-BE49-F238E27FC236}">
                  <a16:creationId xmlns:a16="http://schemas.microsoft.com/office/drawing/2014/main" id="{F6B18AD5-53FB-44B8-B4DB-47312311DB31}"/>
                </a:ext>
              </a:extLst>
            </p:cNvPr>
            <p:cNvSpPr/>
            <p:nvPr/>
          </p:nvSpPr>
          <p:spPr>
            <a:xfrm>
              <a:off x="1347801" y="1667772"/>
              <a:ext cx="501206" cy="369332"/>
            </a:xfrm>
            <a:prstGeom prst="snip1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+</a:t>
              </a:r>
            </a:p>
          </p:txBody>
        </p:sp>
      </p:grpSp>
      <p:sp>
        <p:nvSpPr>
          <p:cNvPr id="8" name="Rechteck 7">
            <a:extLst>
              <a:ext uri="{FF2B5EF4-FFF2-40B4-BE49-F238E27FC236}">
                <a16:creationId xmlns:a16="http://schemas.microsoft.com/office/drawing/2014/main" id="{C69B8913-2120-4EBD-BC47-763386B2CFBF}"/>
              </a:ext>
            </a:extLst>
          </p:cNvPr>
          <p:cNvSpPr/>
          <p:nvPr/>
        </p:nvSpPr>
        <p:spPr>
          <a:xfrm>
            <a:off x="260794" y="884088"/>
            <a:ext cx="4788468" cy="58905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0C5C321-5F60-4641-A6B4-7D1C3E013EBA}"/>
              </a:ext>
            </a:extLst>
          </p:cNvPr>
          <p:cNvCxnSpPr/>
          <p:nvPr/>
        </p:nvCxnSpPr>
        <p:spPr>
          <a:xfrm>
            <a:off x="260794" y="2037104"/>
            <a:ext cx="47884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9FED7FD0-6175-42F0-8C74-9A81F13077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4898"/>
          <a:stretch/>
        </p:blipFill>
        <p:spPr>
          <a:xfrm>
            <a:off x="5990528" y="839764"/>
            <a:ext cx="4788468" cy="828008"/>
          </a:xfrm>
          <a:prstGeom prst="rect">
            <a:avLst/>
          </a:prstGeom>
          <a:ln>
            <a:noFill/>
          </a:ln>
        </p:spPr>
      </p:pic>
      <p:sp>
        <p:nvSpPr>
          <p:cNvPr id="14" name="Rechteck: eine Ecke abgeschnitten 13">
            <a:extLst>
              <a:ext uri="{FF2B5EF4-FFF2-40B4-BE49-F238E27FC236}">
                <a16:creationId xmlns:a16="http://schemas.microsoft.com/office/drawing/2014/main" id="{7F1B58D9-DEF8-4630-B698-E5E09395A1EA}"/>
              </a:ext>
            </a:extLst>
          </p:cNvPr>
          <p:cNvSpPr/>
          <p:nvPr/>
        </p:nvSpPr>
        <p:spPr>
          <a:xfrm>
            <a:off x="5990528" y="1667772"/>
            <a:ext cx="1166996" cy="369332"/>
          </a:xfrm>
          <a:prstGeom prst="snip1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>
                    <a:lumMod val="75000"/>
                  </a:schemeClr>
                </a:solidFill>
              </a:rPr>
              <a:t>Standort 1</a:t>
            </a: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856EB6CC-1F57-4AE0-92FB-173B0C00A465}"/>
              </a:ext>
            </a:extLst>
          </p:cNvPr>
          <p:cNvCxnSpPr/>
          <p:nvPr/>
        </p:nvCxnSpPr>
        <p:spPr>
          <a:xfrm>
            <a:off x="5990528" y="2037104"/>
            <a:ext cx="47884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hteck: eine Ecke abgeschnitten 17">
            <a:extLst>
              <a:ext uri="{FF2B5EF4-FFF2-40B4-BE49-F238E27FC236}">
                <a16:creationId xmlns:a16="http://schemas.microsoft.com/office/drawing/2014/main" id="{4584E1CF-42B9-423E-8B48-4B16453C4666}"/>
              </a:ext>
            </a:extLst>
          </p:cNvPr>
          <p:cNvSpPr/>
          <p:nvPr/>
        </p:nvSpPr>
        <p:spPr>
          <a:xfrm>
            <a:off x="7063299" y="1668104"/>
            <a:ext cx="1166996" cy="36933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Standort 2</a:t>
            </a:r>
          </a:p>
        </p:txBody>
      </p:sp>
      <p:sp>
        <p:nvSpPr>
          <p:cNvPr id="15" name="Rechteck: eine Ecke abgeschnitten 14">
            <a:extLst>
              <a:ext uri="{FF2B5EF4-FFF2-40B4-BE49-F238E27FC236}">
                <a16:creationId xmlns:a16="http://schemas.microsoft.com/office/drawing/2014/main" id="{70ED7911-3241-4ED2-B3B3-82FC7A68A9FF}"/>
              </a:ext>
            </a:extLst>
          </p:cNvPr>
          <p:cNvSpPr/>
          <p:nvPr/>
        </p:nvSpPr>
        <p:spPr>
          <a:xfrm>
            <a:off x="8134159" y="1667773"/>
            <a:ext cx="501206" cy="369332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+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E6FCC125-618D-4077-896D-D429FCF84C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629"/>
          <a:stretch/>
        </p:blipFill>
        <p:spPr>
          <a:xfrm>
            <a:off x="5990528" y="2113549"/>
            <a:ext cx="4724623" cy="4370287"/>
          </a:xfrm>
          <a:prstGeom prst="rect">
            <a:avLst/>
          </a:prstGeom>
        </p:spPr>
      </p:pic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0A3A033E-DAA9-4E88-9E91-E3D71F2187ED}"/>
              </a:ext>
            </a:extLst>
          </p:cNvPr>
          <p:cNvCxnSpPr/>
          <p:nvPr/>
        </p:nvCxnSpPr>
        <p:spPr>
          <a:xfrm>
            <a:off x="260794" y="6483836"/>
            <a:ext cx="47884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367E734F-A8A0-428B-B3C1-5EF6FC9E4F9E}"/>
              </a:ext>
            </a:extLst>
          </p:cNvPr>
          <p:cNvCxnSpPr/>
          <p:nvPr/>
        </p:nvCxnSpPr>
        <p:spPr>
          <a:xfrm>
            <a:off x="5990528" y="6483836"/>
            <a:ext cx="47884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E50BBD86-4B4E-433F-BDEA-F6667AC025D8}"/>
              </a:ext>
            </a:extLst>
          </p:cNvPr>
          <p:cNvSpPr/>
          <p:nvPr/>
        </p:nvSpPr>
        <p:spPr>
          <a:xfrm>
            <a:off x="5990528" y="884088"/>
            <a:ext cx="4788468" cy="58905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E73FA8E7-0716-4BD2-8294-ED883F4ECCFD}"/>
              </a:ext>
            </a:extLst>
          </p:cNvPr>
          <p:cNvSpPr/>
          <p:nvPr/>
        </p:nvSpPr>
        <p:spPr>
          <a:xfrm>
            <a:off x="9901791" y="2168664"/>
            <a:ext cx="752738" cy="237441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Standort löschen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7410E61E-F24D-43CF-8B3B-976B40BC3341}"/>
              </a:ext>
            </a:extLst>
          </p:cNvPr>
          <p:cNvSpPr/>
          <p:nvPr/>
        </p:nvSpPr>
        <p:spPr>
          <a:xfrm>
            <a:off x="279845" y="1975485"/>
            <a:ext cx="1062000" cy="151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EF96AFE3-ADE1-4D8A-BBEF-CE8A7E81577F}"/>
              </a:ext>
            </a:extLst>
          </p:cNvPr>
          <p:cNvSpPr/>
          <p:nvPr/>
        </p:nvSpPr>
        <p:spPr>
          <a:xfrm>
            <a:off x="7073549" y="1945826"/>
            <a:ext cx="1054800" cy="151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4909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Breitbild</PresentationFormat>
  <Paragraphs>8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Fridtjof Stein</dc:creator>
  <cp:lastModifiedBy>Fridtjof Stein</cp:lastModifiedBy>
  <cp:revision>4</cp:revision>
  <dcterms:created xsi:type="dcterms:W3CDTF">2025-12-30T22:59:42Z</dcterms:created>
  <dcterms:modified xsi:type="dcterms:W3CDTF">2025-12-30T23:37:21Z</dcterms:modified>
</cp:coreProperties>
</file>